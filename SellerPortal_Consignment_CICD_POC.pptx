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SellerPortal Consignment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Migration POC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·  ArgoCD  ·  Kubernetes on EKS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25880" y="3383280"/>
            <a:ext cx="548640" cy="548640"/>
          </a:xfrm>
          <a:prstGeom prst="ellipse">
            <a:avLst/>
          </a:prstGeom>
          <a:solidFill>
            <a:srgbClr val="243358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456432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97480" y="3383280"/>
            <a:ext cx="548640" cy="548640"/>
          </a:xfrm>
          <a:prstGeom prst="ellipse">
            <a:avLst/>
          </a:prstGeom>
          <a:solidFill>
            <a:srgbClr val="243358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456432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69080" y="3383280"/>
            <a:ext cx="548640" cy="548640"/>
          </a:xfrm>
          <a:prstGeom prst="ellipse">
            <a:avLst/>
          </a:prstGeom>
          <a:solidFill>
            <a:srgbClr val="243358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456432"/>
            <a:ext cx="4572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440680" y="3383280"/>
            <a:ext cx="548640" cy="548640"/>
          </a:xfrm>
          <a:prstGeom prst="ellipse">
            <a:avLst/>
          </a:prstGeom>
          <a:solidFill>
            <a:srgbClr val="243358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456432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812280" y="3383280"/>
            <a:ext cx="548640" cy="548640"/>
          </a:xfrm>
          <a:prstGeom prst="ellipse">
            <a:avLst/>
          </a:prstGeom>
          <a:solidFill>
            <a:srgbClr val="243358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456432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POC  |  2-3 Week Migration  |  Zero-Downtime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47472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0607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&amp; Pain 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426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+ Octopus today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05840"/>
            <a:ext cx="347472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85232" y="10607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5232" y="1426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ArgoCD + EKS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965960"/>
            <a:ext cx="347472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— S3/CloudFront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386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Jenkins replacement (Week 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965960"/>
            <a:ext cx="347472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96596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85232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— Kubernetes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2386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&amp; deploy to EKS (Week 2-3)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926080"/>
            <a:ext cx="347472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2608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" y="2980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Sandbox Walkthrough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33467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926080"/>
            <a:ext cx="347472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2608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2980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Environments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85232" y="33467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ArgoCD config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8862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886200"/>
            <a:ext cx="347472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8620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6112" y="3941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&amp; Rollback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6112" y="4306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stay safe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8862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886200"/>
            <a:ext cx="347472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88620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85232" y="3941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Success Metrics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85232" y="4306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Pain 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3C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149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Sequential Builds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3441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 at a time — slow, fragile pipelines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3C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293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Octopus Deploy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2585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approvals, complex runbooks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3C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88920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437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S3/CloudFront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1729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container story, hard to scale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3C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03320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581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IAM complexity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087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scattered across tools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960120"/>
            <a:ext cx="3383280" cy="36576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94960" y="10789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Metrics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5727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min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1920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(sequential)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4960" y="23408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accounts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94960" y="26883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Octopus steps per env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94960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34564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 support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38770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94960" y="4224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to manage manually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— End State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1A2744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5087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11680" y="14630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E4429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5544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68880" y="150876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CI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749040" y="14630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083344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5544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06240" y="15087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ECR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394960" y="14630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301934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55448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852160" y="150876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7040880" y="14630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55448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98080" y="150876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1737360" y="1805940"/>
            <a:ext cx="25603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3474720" y="1805940"/>
            <a:ext cx="25603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120640" y="1805940"/>
            <a:ext cx="25603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812280" y="1805940"/>
            <a:ext cx="25603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20040" y="2331720"/>
            <a:ext cx="306324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20040" y="23957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A: GitHub Actions + S3 (Week 1)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474720" y="2331720"/>
            <a:ext cx="52578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474720" y="239572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B: Kubernetes + ArgoCD (Week 2-3)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7200" y="28346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7200" y="2834640"/>
            <a:ext cx="26517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66928" y="2962656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Environments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66928" y="3364992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· qa · staging · production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OIDC per account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291840" y="28346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91840" y="2834640"/>
            <a:ext cx="26517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401568" y="2962656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Flow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401568" y="3364992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= source of truth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auto-sync dev/qa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staging/prod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126480" y="28346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26480" y="2834640"/>
            <a:ext cx="26517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236208" y="2962656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6236208" y="3364992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+ health probes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instant rollback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— GitHub Actions + S3/CloudFront (Week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11155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feature branch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feature/github-actions-deployment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commits ahead of main, ready to merge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98755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50208" y="11155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16 Secrets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1568" y="1627632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roles, S3 buckets, CF IDs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webhooks — see SECRETS_CONFIGURATION.md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98755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09728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0568" y="11155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GitHub Environments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1928" y="1627632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dev/qa: auto-deploy on push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staging/prod: required reviewer approval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90779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01752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9848" y="30358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OIDC Trust Policies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3547872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IAM trust in all 4 accounts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github.com/TCGplayer/sellerportal-consignment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90779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01752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50208" y="30358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3-5 days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01568" y="3547872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Jenkins/Octopus stays active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outputs, verify parity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907792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01752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30568" y="30358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3547872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Jenkins jobs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becomes sole pipeline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— Kubernetes + ArgoCD (Week 2–3)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02412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44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444752" y="1371600"/>
            <a:ext cx="5943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04" y="102412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67712" y="1444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072384" y="1371600"/>
            <a:ext cx="5943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102412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95344" y="1444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ECR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700016" y="1371600"/>
            <a:ext cx="5943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024128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22976" y="1444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sync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6327648" y="1371600"/>
            <a:ext cx="59436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024128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0608" y="1444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deploy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365760" y="196596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65760" y="1965960"/>
            <a:ext cx="54864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07568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32688" y="20574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932688" y="246888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builder + nginx alpine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/health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3291840" y="196596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3291840" y="1965960"/>
            <a:ext cx="54864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075688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858768" y="20574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Manifests (base)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3858768" y="246888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+ 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+ ConfigMap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Kustomize base layer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6217920" y="196596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217920" y="1965960"/>
            <a:ext cx="54864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2075688"/>
            <a:ext cx="347472" cy="3474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84848" y="20574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Env Overlays</a:t>
            </a:r>
            <a:endParaRPr lang="en-US" sz="1100" dirty="0"/>
          </a:p>
        </p:txBody>
      </p:sp>
      <p:sp>
        <p:nvSpPr>
          <p:cNvPr id="34" name="Text 24"/>
          <p:cNvSpPr/>
          <p:nvPr/>
        </p:nvSpPr>
        <p:spPr>
          <a:xfrm>
            <a:off x="6784848" y="246888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dev/qa/stg/prd patches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Replica, ingress, configmap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for stg + prd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365760" y="338328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365760" y="3383280"/>
            <a:ext cx="54864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3493008"/>
            <a:ext cx="347472" cy="34747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32688" y="3474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Applications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932688" y="388620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application-{env}.yaml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Auto-sync: dev, qa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staging, production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3291840" y="338328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291840" y="3383280"/>
            <a:ext cx="54864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493008"/>
            <a:ext cx="347472" cy="3474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858768" y="3474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build.yml update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3858768" y="388620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Docker build steps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login + push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Kustomize tag update + git commit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6217920" y="338328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6217920" y="3383280"/>
            <a:ext cx="54864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493008"/>
            <a:ext cx="347472" cy="34747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784848" y="3474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argocd-sync.yml</a:t>
            </a:r>
            <a:endParaRPr lang="en-US" sz="1100" dirty="0"/>
          </a:p>
        </p:txBody>
      </p:sp>
      <p:sp>
        <p:nvSpPr>
          <p:cNvPr id="49" name="Text 36"/>
          <p:cNvSpPr/>
          <p:nvPr/>
        </p:nvSpPr>
        <p:spPr>
          <a:xfrm>
            <a:off x="6784848" y="388620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sync workflow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or rollback 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per env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Sandbox — Demo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069848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69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1051560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ECR Repo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90472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create-repository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--repository-name sellerportal-consignment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--image-scanning-configuration scanOnPush=true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2062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0698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069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04104" y="1051560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ArgoCD App (dev)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1490472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k8s/argocd/application-dev.yaml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argocd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350008"/>
            <a:ext cx="42062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459736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59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" y="2441448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GitHub Actions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2880360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build.yml runs automatically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Builds Docker → pushes ECR → updates kustomize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2350008"/>
            <a:ext cx="42062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459736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459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04104" y="2441448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ArgoCD Sync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0328" y="2880360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 app get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sellerportal-consignment-dev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Auto-sync detects new image tag in git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739896"/>
            <a:ext cx="42062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3849624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496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9264" y="3831336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Deployment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4270248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sellerportal-consignment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https://consignment.dev.tcgplayer.com/health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Expect: healthy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739896"/>
            <a:ext cx="42062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84962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8496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04104" y="3831336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Rollback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0328" y="4270248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GitHub Actions UI: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Trigger argocd-sync.yml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C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environment=dev  action=rollback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&amp; Environments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280160" cy="411480"/>
          </a:xfrm>
          <a:prstGeom prst="rect">
            <a:avLst/>
          </a:prstGeom>
          <a:solidFill>
            <a:srgbClr val="1A2744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24128"/>
            <a:ext cx="11704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005840"/>
            <a:ext cx="1828800" cy="411480"/>
          </a:xfrm>
          <a:prstGeom prst="rect">
            <a:avLst/>
          </a:prstGeom>
          <a:solidFill>
            <a:srgbClr val="1A2744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0784" y="1024128"/>
            <a:ext cx="17190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1371600" cy="411480"/>
          </a:xfrm>
          <a:prstGeom prst="rect">
            <a:avLst/>
          </a:prstGeom>
          <a:solidFill>
            <a:srgbClr val="1A2744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024128"/>
            <a:ext cx="12618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206240" cy="411480"/>
          </a:xfrm>
          <a:prstGeom prst="rect">
            <a:avLst/>
          </a:prstGeom>
          <a:solidFill>
            <a:srgbClr val="1A2744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024128"/>
            <a:ext cx="409651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Scope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417320"/>
            <a:ext cx="1280160" cy="4114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435608"/>
            <a:ext cx="11704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0" y="1417320"/>
            <a:ext cx="1828800" cy="4114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0784" y="1435608"/>
            <a:ext cx="17190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1417320"/>
            <a:ext cx="1371600" cy="4114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435608"/>
            <a:ext cx="12618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4206240" cy="4114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435608"/>
            <a:ext cx="409651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AWS_ROLE_ARN_DEV, S3_BUCKET_dev, CF_DIST_dev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182880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1847088"/>
            <a:ext cx="11704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18288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0784" y="1847088"/>
            <a:ext cx="17190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182880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1847088"/>
            <a:ext cx="12618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828800"/>
            <a:ext cx="4206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1847088"/>
            <a:ext cx="409651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AWS_ROLE_ARN_QA, S3_BUCKET_qa, CF_DIST_qa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240280"/>
            <a:ext cx="1280160" cy="4114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258568"/>
            <a:ext cx="11704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240280"/>
            <a:ext cx="1828800" cy="4114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00784" y="2258568"/>
            <a:ext cx="17190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workflow_dispatch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2240280"/>
            <a:ext cx="1371600" cy="4114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9584" y="2258568"/>
            <a:ext cx="12618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reviewer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240280"/>
            <a:ext cx="4206240" cy="4114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258568"/>
            <a:ext cx="409651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AWS_ROLE_ARN_STG, S3_BUCKET_stg, CF_DIST_stg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265176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2670048"/>
            <a:ext cx="11704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45920" y="26517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00784" y="2670048"/>
            <a:ext cx="17190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workflow_dispatch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0" y="265176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9584" y="2670048"/>
            <a:ext cx="12618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reviewers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651760"/>
            <a:ext cx="4206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2670048"/>
            <a:ext cx="409651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AWS_ROLE_ARN_PRD, S3_BUCKET_prd, CF_DIST_prd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3154680"/>
            <a:ext cx="84124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2735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Secrets for Phase B (ArgoCD)</a:t>
            </a:r>
            <a:endParaRPr lang="en-US" sz="12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67328"/>
            <a:ext cx="256032" cy="25603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77824" y="37490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ARGOCD_SERVER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77824" y="39684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server hostname (per env or shared)</a:t>
            </a:r>
            <a:endParaRPr lang="en-US" sz="8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767328"/>
            <a:ext cx="256032" cy="256032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5084064" y="37490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ARGOCD_AUTH_TOKEN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5084064" y="39684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service account token</a:t>
            </a:r>
            <a:endParaRPr lang="en-US" sz="850" dirty="0"/>
          </a:p>
        </p:txBody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42816"/>
            <a:ext cx="256032" cy="256032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877824" y="4224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FONTAWESOME_AUTHTOKEN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877824" y="44439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FontAwesome Pro npm token (build-time)</a:t>
            </a:r>
            <a:endParaRPr lang="en-US" sz="850" dirty="0"/>
          </a:p>
        </p:txBody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242816"/>
            <a:ext cx="256032" cy="256032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5084064" y="4224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NPM_TOKEN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5084064" y="44439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npm registry token (if needed)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&amp; Rollback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65836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Micro-frontend breaks in shell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CORS tested in dev first · Verify import-map URL before cutover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Revert shell import-map → S3/CloudFront URL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87552"/>
            <a:ext cx="65836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87552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3167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Production outage during cutover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60934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Parallel run 24-48h (S3 + K8s active) · Phased import-map update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188366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Shell import-map back to S3 · ArgoCD rollback or kubectl rollout undo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77440"/>
            <a:ext cx="65836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7744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70662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Docker build failure in CI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 Dockerfile locally before push · Clear build arg error messages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2735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Iterate Dockerfile — S3 path still works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77440"/>
            <a:ext cx="65836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7744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270662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ArgoCD sync failure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99923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kubectl apply --dry-run in CI · Validate manifests with kustomize build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32735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Fix manifest YAML, re-sync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7673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67328"/>
            <a:ext cx="65836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6732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09651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Performance regression vs CloudFront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38912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Load test staging (ab/k6) · HPA configured, resources right-sized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DNS/import-map back to CloudFront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7673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67328"/>
            <a:ext cx="65836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76732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0" y="409651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Increased AWS costs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438912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50m/200m CPU, 64Mi/128Mi mem limits · HPA only scales under load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46320" y="466344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Adjust resource limits, monitor Cost Explorer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Success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88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7889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538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1435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feature branch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1109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16 secrets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36829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6384" y="2350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trust policies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82549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6384" y="2807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Dev/QA auto-deploy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282696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6384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w/ Jenkins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3291840" y="960120"/>
            <a:ext cx="2788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3291840" y="960120"/>
            <a:ext cx="278892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91840" y="9601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856" y="1453896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12464" y="1435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manifests + Dockerfile</a:t>
            </a:r>
            <a:endParaRPr lang="en-US" sz="9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1911096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12464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ECR repos</a:t>
            </a:r>
            <a:endParaRPr lang="en-US" sz="9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2368296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12464" y="2350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testing</a:t>
            </a:r>
            <a:endParaRPr lang="en-US" sz="9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856" y="2825496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12464" y="2807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dev</a:t>
            </a:r>
            <a:endParaRPr lang="en-US" sz="9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9856" y="3282696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12464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dev shell import-map</a:t>
            </a:r>
            <a:endParaRPr lang="en-US" sz="950" dirty="0"/>
          </a:p>
        </p:txBody>
      </p:sp>
      <p:sp>
        <p:nvSpPr>
          <p:cNvPr id="31" name="Shape 19"/>
          <p:cNvSpPr/>
          <p:nvPr/>
        </p:nvSpPr>
        <p:spPr>
          <a:xfrm>
            <a:off x="6217920" y="960120"/>
            <a:ext cx="2788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0"/>
          <p:cNvSpPr/>
          <p:nvPr/>
        </p:nvSpPr>
        <p:spPr>
          <a:xfrm>
            <a:off x="6217920" y="960120"/>
            <a:ext cx="27889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6217920" y="9601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5936" y="1453896"/>
            <a:ext cx="228600" cy="22860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638544" y="1435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deploy + regression</a:t>
            </a:r>
            <a:endParaRPr lang="en-US" sz="95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1911096"/>
            <a:ext cx="228600" cy="2286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638544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load test</a:t>
            </a:r>
            <a:endParaRPr lang="en-US" sz="95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5936" y="2368296"/>
            <a:ext cx="228600" cy="2286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638544" y="2350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rollback</a:t>
            </a:r>
            <a:endParaRPr lang="en-US" sz="9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5936" y="2825496"/>
            <a:ext cx="228600" cy="2286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638544" y="2807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9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5936" y="3282696"/>
            <a:ext cx="228600" cy="2286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638544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S3 (after 48h)</a:t>
            </a:r>
            <a:endParaRPr lang="en-US" sz="950" dirty="0"/>
          </a:p>
        </p:txBody>
      </p:sp>
      <p:sp>
        <p:nvSpPr>
          <p:cNvPr id="44" name="Shape 27"/>
          <p:cNvSpPr/>
          <p:nvPr/>
        </p:nvSpPr>
        <p:spPr>
          <a:xfrm>
            <a:off x="365760" y="4023360"/>
            <a:ext cx="1938528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28"/>
          <p:cNvSpPr/>
          <p:nvPr/>
        </p:nvSpPr>
        <p:spPr>
          <a:xfrm>
            <a:off x="365760" y="407822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</a:t>
            </a:r>
            <a:endParaRPr lang="en-US" sz="2000" dirty="0"/>
          </a:p>
        </p:txBody>
      </p:sp>
      <p:sp>
        <p:nvSpPr>
          <p:cNvPr id="46" name="Text 29"/>
          <p:cNvSpPr/>
          <p:nvPr/>
        </p:nvSpPr>
        <p:spPr>
          <a:xfrm>
            <a:off x="365760" y="44805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time</a:t>
            </a:r>
            <a:endParaRPr lang="en-US" sz="850" dirty="0"/>
          </a:p>
        </p:txBody>
      </p:sp>
      <p:sp>
        <p:nvSpPr>
          <p:cNvPr id="47" name="Shape 30"/>
          <p:cNvSpPr/>
          <p:nvPr/>
        </p:nvSpPr>
        <p:spPr>
          <a:xfrm>
            <a:off x="2468880" y="4023360"/>
            <a:ext cx="1938528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31"/>
          <p:cNvSpPr/>
          <p:nvPr/>
        </p:nvSpPr>
        <p:spPr>
          <a:xfrm>
            <a:off x="2468880" y="407822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2000" dirty="0"/>
          </a:p>
        </p:txBody>
      </p:sp>
      <p:sp>
        <p:nvSpPr>
          <p:cNvPr id="49" name="Text 32"/>
          <p:cNvSpPr/>
          <p:nvPr/>
        </p:nvSpPr>
        <p:spPr>
          <a:xfrm>
            <a:off x="2468880" y="44805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time</a:t>
            </a:r>
            <a:endParaRPr lang="en-US" sz="850" dirty="0"/>
          </a:p>
        </p:txBody>
      </p:sp>
      <p:sp>
        <p:nvSpPr>
          <p:cNvPr id="50" name="Shape 33"/>
          <p:cNvSpPr/>
          <p:nvPr/>
        </p:nvSpPr>
        <p:spPr>
          <a:xfrm>
            <a:off x="4572000" y="4023360"/>
            <a:ext cx="1938528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Text 34"/>
          <p:cNvSpPr/>
          <p:nvPr/>
        </p:nvSpPr>
        <p:spPr>
          <a:xfrm>
            <a:off x="4572000" y="407822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2000" dirty="0"/>
          </a:p>
        </p:txBody>
      </p:sp>
      <p:sp>
        <p:nvSpPr>
          <p:cNvPr id="52" name="Text 35"/>
          <p:cNvSpPr/>
          <p:nvPr/>
        </p:nvSpPr>
        <p:spPr>
          <a:xfrm>
            <a:off x="4572000" y="44805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success rate</a:t>
            </a:r>
            <a:endParaRPr lang="en-US" sz="850" dirty="0"/>
          </a:p>
        </p:txBody>
      </p:sp>
      <p:sp>
        <p:nvSpPr>
          <p:cNvPr id="53" name="Shape 36"/>
          <p:cNvSpPr/>
          <p:nvPr/>
        </p:nvSpPr>
        <p:spPr>
          <a:xfrm>
            <a:off x="6675120" y="4023360"/>
            <a:ext cx="1938528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D1D9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37"/>
          <p:cNvSpPr/>
          <p:nvPr/>
        </p:nvSpPr>
        <p:spPr>
          <a:xfrm>
            <a:off x="6675120" y="407822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5" name="Text 38"/>
          <p:cNvSpPr/>
          <p:nvPr/>
        </p:nvSpPr>
        <p:spPr>
          <a:xfrm>
            <a:off x="6675120" y="44805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(rolling updates)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Run the POC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 to get started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9443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 this plan with stakeholders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0" y="2926080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58384" y="29443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EKS endpoints, ArgoCD URLs, ACM cert ARNs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584448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84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35024" y="360273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16 GitHub Secrets + 4 Environments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3584448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584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58384" y="360273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AWS OIDC trust policies in all 4 accounts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242816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42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5024" y="42611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feature/github-actions-deployment → main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4242816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242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58384" y="42611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ECR repos &amp; kick off Phase B sandbox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SellerPortal Consignment — CI/CD POC</dc:title>
  <dc:subject>PptxGenJS Presentation</dc:subject>
  <dc:creator>PptxGenJS</dc:creator>
  <cp:lastModifiedBy>PptxGenJS</cp:lastModifiedBy>
  <cp:revision>1</cp:revision>
  <dcterms:created xsi:type="dcterms:W3CDTF">2026-04-19T04:39:25Z</dcterms:created>
  <dcterms:modified xsi:type="dcterms:W3CDTF">2026-04-19T04:39:25Z</dcterms:modified>
</cp:coreProperties>
</file>